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9" r:id="rId20"/>
    <p:sldId id="270" r:id="rId21"/>
    <p:sldId id="271" r:id="rId22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F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72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DF7"/>
                </a:solidFill>
              </a:defRPr>
            </a:pPr>
            <a:r>
              <a:t>单细胞 ANN 检索系统</a:t>
            </a:r>
          </a:p>
          <a:p>
            <a:pPr algn="ctr">
              <a:spcBef>
                <a:spcPts val="1600"/>
              </a:spcBef>
              <a:defRPr sz="1800">
                <a:solidFill>
                  <a:srgbClr val="C8D5CC"/>
                </a:solidFill>
              </a:defRPr>
            </a:pPr>
            <a:r>
              <a:t>基于 FAISS 的高效单细胞 RNA 测序数据相似性检索</a:t>
            </a:r>
          </a:p>
          <a:p>
            <a:pPr>
              <a:spcBef>
                <a:spcPts val="3600"/>
              </a:spcBef>
            </a:pPr>
          </a:p>
          <a:p>
            <a:pPr algn="ctr">
              <a:defRPr sz="1400">
                <a:solidFill>
                  <a:srgbClr val="B0C0B4"/>
                </a:solidFill>
              </a:defRPr>
            </a:pPr>
            <a:r>
              <a:t>21st Group · 软件工程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项目概述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问题背景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单细胞 RNA 测序数据量大（数万细胞 × 数万基因），高维稀疏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传统线性搜索在面对大规模数据时响应缓慢</a:t>
            </a:r>
          </a:p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解决方案：ANN 近似最近邻检索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使用 PCA 将基因表达降维到 30~50 维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利用 FAISS 构建 ANN 索引加速 Top-K 相似细胞查询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支持 Flat（精确）/ HNSW（图索引）/ IVF（倒排索引）三种索引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提供 Web 界面，支持可视化（UMAP/PCA）和管理功能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系统架构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2000" y="2050000"/>
            <a:ext cx="5400000" cy="480000"/>
          </a:xfrm>
          <a:prstGeom prst="roundRect">
            <a:avLst>
              <a:gd name="adj" fmla="val 10000"/>
            </a:avLst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前端 · 浏览器 (HTML + JS + Canvas)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53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72000" y="2710000"/>
            <a:ext cx="5400000" cy="480000"/>
          </a:xfrm>
          <a:prstGeom prst="roundRect">
            <a:avLst>
              <a:gd name="adj" fmla="val 1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Web 层 · Flask API (app.py)
/api/search   /api/status   /api/rebuild   /api/metadata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19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72000" y="3370000"/>
            <a:ext cx="5400000" cy="4800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业务层 · SearchService (search_service.py)
查询分发 · 结果格式化 · metadata 过滤 · 索引切换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2000" y="385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2000" y="385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72000" y="4030000"/>
            <a:ext cx="2550000" cy="48000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ANNEngine
Flat / HNSW / IVF
(ann_engine.py)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2000" y="4030000"/>
            <a:ext cx="2550000" cy="48000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DataLoader
PCA · 归一化
(data_loader.py)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47000" y="451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97000" y="451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72000" y="4690000"/>
            <a:ext cx="2550000" cy="360000"/>
          </a:xfrm>
          <a:prstGeom prst="roundRect">
            <a:avLst>
              <a:gd name="adj" fmla="val 10000"/>
            </a:avLst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FAISS 向量检索库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2000" y="4690000"/>
            <a:ext cx="2550000" cy="360000"/>
          </a:xfrm>
          <a:prstGeom prst="roundRect">
            <a:avLst>
              <a:gd name="adj" fmla="val 10000"/>
            </a:avLst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.h5ad 单细胞数据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205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</a:pPr>
            <a:r>
              <a:rPr sz="1400" b="1">
                <a:solidFill>
                  <a:srgbClr val="2B579A"/>
                </a:solidFill>
                <a:latin typeface="Microsoft YaHei"/>
              </a:rPr>
              <a:t>分 层 架 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数据处理流程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Data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原始 .h5ad 单细胞数据 → 预处理 → PCA 降维 → L2 归一化 → FAISS 索引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1. 数据读取：load_h5ad() 读取 AnnData 对象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检查 .h5ad 文件和 X_pca 是否已存在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2. 预处理（如无 X_pca）：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normalize_total → log1p → highly_variable_genes → scale → PCA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默认使用 Top-2000 高变基因，计算 50 个主成分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3. L2 归一化：l2_normalize() 将所有向量归一化为单位向量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内积 = 余弦相似度（FAISS 标准做法）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4. 索引构建：ANNEngine.build_index()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Flat: 精确检索，O(n) 线性扫描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HNSW: 分层图，O(log n) 近似检索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IVF: 倒排索引，聚类中心 + 桶内搜索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三种索引对比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Flat · HNSW · IVF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980000"/>
          <a:ext cx="792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980000"/>
                <a:gridCol w="1980000"/>
                <a:gridCol w="1980000"/>
              </a:tblGrid>
              <a:tr h="3394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Flat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HNSW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IVF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算法类型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精确暴力搜索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分层可导航小世界图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倒排文件索引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查询复杂度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O(√n)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是否需要训练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是（需 k-means）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召回率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1.0（精确）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≈ 1.0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≈ 1.0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小数据集 + 精度要求极高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中等数据集 + 低延迟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大数据集 + 内存敏感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我们的数据表现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0.58 ms/查询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0.09 ms/查询（6× 加速）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0.14 ms/查询（4× 加速）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索引构建性能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Build Time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2000000"/>
            <a:ext cx="770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查询延迟 (Top-K)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Query Latency by Top-K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7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2000000"/>
            <a:ext cx="770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召回率与延迟权衡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Recall vs Latency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900000"/>
            <a:ext cx="82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Web 界面功能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Web Interface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🔐 用户系统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登录 / 注册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管理员权限分级</a:t>
            </a:r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🔍 三种检索方式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按细胞编号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按真实 cell_id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按自定义 PCA 向量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1980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📊 结果展示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Top-K 结果表格 + 耗时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metadata 筛选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UMAP/PCA canvas 可视化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检索结果高亮标注</a:t>
            </a:r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⚙️ 管理功能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数据集管理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索引重建（Flat/HNSW/IVF）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用户管理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468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📸 截图清单见 presentation/screenshot_guide.md</a:t>
            </a:r>
          </a:p>
          <a:p>
            <a:pPr lvl="1"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● 登录页 · 系统状态 · 检索结果 · metadata 筛选 · UMAP 可视化 · Top-K 高亮 · 管理后台 · 索引重建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测试与质量保障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6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测试统计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测试文件：8 个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基础测试（不含真实数据）：90 个 ✅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真实数据测试（liver.h5ad）：12 个 ✅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总计：102 个测试，全部通过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代码覆盖率：76%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测试层次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单元测试：核心模块独立验证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集成测试：真实组件端到端流程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真实数据测试：HNSW/IVF recall 验证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benchmark：性能基准评测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40000" y="1980000"/>
          <a:ext cx="792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/>
                <a:gridCol w="3960000"/>
              </a:tblGrid>
              <a:tr h="3394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覆盖率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ann_engine.py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dataset_manager.py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db.py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search_service.py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user_service.py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data_loader.py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测试总览 — 关键指标
Test Overview — 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0000" y="2050000"/>
            <a:ext cx="1700000" cy="7200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102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测试总数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0000" y="2050000"/>
            <a:ext cx="1700000" cy="7200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100%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通过率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0000" y="2050000"/>
            <a:ext cx="1700000" cy="72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76%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代码覆盖率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000" y="2050000"/>
            <a:ext cx="1700000" cy="720000"/>
          </a:xfrm>
          <a:prstGeom prst="roundRect">
            <a:avLst>
              <a:gd name="adj" fmla="val 8000"/>
            </a:avLst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~33s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执行时间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000" y="3100000"/>
            <a:ext cx="50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000" y="3100000"/>
            <a:ext cx="3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B579A"/>
                </a:solidFill>
                <a:latin typeface="Microsoft YaHei"/>
              </a:rPr>
              <a:t>测试文件分布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80000"/>
            <a:ext cx="3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📋 单元测试（4 文件）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test_ann_engine.py — 18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test_data_loader.py — 2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test_search_service.py — 12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test_user_service.py — 2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000" y="3480000"/>
            <a:ext cx="3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🔗 集成测试（3 文件）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test_integration_search.py — 23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test_app.py — 18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test_dataset_manager.py — 15 个</a:t>
            </a:r>
          </a:p>
          <a:p>
            <a:pPr algn="l">
              <a:lnSpc>
                <a:spcPts val="1080"/>
              </a:lnSpc>
            </a:pPr>
            <a:r>
              <a:rPr sz="800" b="0">
                <a:solidFill>
                  <a:srgbClr val="666666"/>
                </a:solidFill>
                <a:latin typeface="Microsoft YaHei"/>
              </a:rPr>
              <a:t/>
            </a:r>
          </a:p>
          <a:p>
            <a:pPr algn="l">
              <a:lnSpc>
                <a:spcPts val="1755"/>
              </a:lnSpc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🧬 真实数据测试（1 文件）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test_real_data.py — 12 个</a:t>
            </a:r>
          </a:p>
          <a:p>
            <a:pPr algn="l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  数据集: data/liver.h5ad (69,032 细胞)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" y="5900000"/>
            <a:ext cx="8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测试框架: pytest 9.0.3  ·  Python 3.11.9  ·  运行方式: run_tests.py quick / full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测试明细 — 单元与集成测试
Test Details — Unit &amp; Integration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0000" y="1950000"/>
            <a:ext cx="50000" cy="3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000" y="195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Microsoft YaHei"/>
              </a:rPr>
              <a:t>单元测试明细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2350000"/>
          <a:ext cx="73200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720000"/>
                <a:gridCol w="3800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测试文件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覆盖内容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test_ann_engine.py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Flat/HNSW/IVF 构建与检索、索引保存/加载、metadata 校验、边界条件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test_data_loader.py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L2 归一化、元数据提取、DatasetSummary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test_search_service.py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三种检索方式、metadata 过滤、NaN→null、边界错误处理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test_user_service.py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数据库初始化、用户注册/登录/删除/权限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0000" y="4400000"/>
            <a:ext cx="50000" cy="30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" y="440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Microsoft YaHei"/>
              </a:rPr>
              <a:t>集成测试明细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0000" y="4800000"/>
          <a:ext cx="73200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720000"/>
                <a:gridCol w="3800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测试文件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覆盖内容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test_integration_search.py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ANNEngine 三类索引完整流程、索引 round-trip、SearchService 端到端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test_app.py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Flask API 全部路由、权限校验、错误输入处理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test_dataset_manager.py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DB schema 验证、CRUD、active 切换、异常处理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代码覆盖率分析
Code Coverage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0000" y="1950000"/>
            <a:ext cx="50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000" y="195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B579A"/>
                </a:solidFill>
                <a:latin typeface="Microsoft YaHei"/>
              </a:rPr>
              <a:t>src/ 目录覆盖率明细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2350000"/>
          <a:ext cx="74000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1200000"/>
                <a:gridCol w="1200000"/>
                <a:gridCol w="2000000"/>
                <a:gridCol w="1000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语句数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已覆盖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覆盖率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评级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ann_engine.py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90%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dataset_manager.py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db.py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98%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user_service.py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search_service.py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66%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data_loader.py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总计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442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76%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700000"/>
            <a:ext cx="8000000" cy="28000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0000" y="4700000"/>
            <a:ext cx="6080000" cy="28000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000" y="4730000"/>
            <a:ext cx="8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76% 总体覆盖率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150000"/>
            <a:ext cx="8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1A3C6E"/>
                </a:solidFill>
                <a:latin typeface="Microsoft YaHei"/>
              </a:rPr>
              <a:t>📌 覆盖率说明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● ann_engine.py (90%): 核心检索引擎，三种索引的构建/查询/序列化全覆盖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● search_service.py (66%): 部分分支未覆盖（索引缓存命中/未命中路径、rebuild_index 等）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● data_loader.py (40%): 依赖真实 .h5ad 文件和 scanpy 预处理，已在 test_real_data.py 中间接验证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性能基准测试 — 真实数据集
Performance Benchmark — Real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0000" y="19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数据集: data/liver.h5ad  ·  69,032 个细胞  ·  30 维 PCA  ·  10 个查询细胞取平均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2200000"/>
            <a:ext cx="50000" cy="30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000" y="220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Microsoft YaHei"/>
              </a:rPr>
              <a:t>索引构建性能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0000" y="2600000"/>
          <a:ext cx="66000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200000"/>
                <a:gridCol w="2200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索引类型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构建耗时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峰值内存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Flat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2.39 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18.30 MB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IVF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93.87 ms（39×）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15.22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HNSW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454.08 ms（190×）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~0 MB（增量）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0000" y="3700000"/>
            <a:ext cx="50000" cy="300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000" y="370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D72C7"/>
                </a:solidFill>
                <a:latin typeface="Microsoft YaHei"/>
              </a:rPr>
              <a:t>查询延迟（ms，越小越好）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0000" y="4100000"/>
          <a:ext cx="57000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500000"/>
                <a:gridCol w="1500000"/>
                <a:gridCol w="1500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Top-K</a:t>
                      </a:r>
                    </a:p>
                  </a:txBody>
                  <a:tcPr>
                    <a:solidFill>
                      <a:srgbClr val="3D7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Flat (ms)</a:t>
                      </a:r>
                    </a:p>
                  </a:txBody>
                  <a:tcPr>
                    <a:solidFill>
                      <a:srgbClr val="3D7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HNSW (ms)</a:t>
                      </a:r>
                    </a:p>
                  </a:txBody>
                  <a:tcPr>
                    <a:solidFill>
                      <a:srgbClr val="3D7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IVF (ms)</a:t>
                      </a:r>
                    </a:p>
                  </a:txBody>
                  <a:tcPr>
                    <a:solidFill>
                      <a:srgbClr val="3D72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0.664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0.152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0.224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0.585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0.093 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0.087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0.578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0.084 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680000" y="3700000"/>
            <a:ext cx="50000" cy="3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0000" y="3700000"/>
            <a:ext cx="3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Microsoft YaHei"/>
              </a:rPr>
              <a:t>召回率（vs Flat）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680000" y="4100000"/>
          <a:ext cx="48000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800000"/>
                <a:gridCol w="1800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Top-K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HNSW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IVF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1-50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0000" y="5600000"/>
            <a:ext cx="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1">
                <a:solidFill>
                  <a:srgbClr val="1A3C6E"/>
                </a:solidFill>
                <a:latin typeface="Microsoft YaHei"/>
              </a:rPr>
              <a:t>💡 结论: HNSW 是最佳选择 — 查询最快（~0.09 ms），recall 接近完美，适合线上服务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  IVF 是平衡选择 — 构建快（94 ms），查询延迟中等（~0.14 ms），适合频繁重建索引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  Flat 是基准对照 — 构建极快（2 ms），但查询慢 6×（~0.58 ms），仅适合小数据量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项目管理与协作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Git 仓库结构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main 分支：主分支，合并所有功能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各成员 feature 分支：yxy / gsd 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使用 Pull Request 合并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模块分工（A / B / C / D）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A：数据加载与预处理（data_loader.py）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B：ANN 检索引擎（ann_engine.py）+ 索引管理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C：用户系统 + 数据集管理（SQLite）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D：Flask API + 前端 Web 界面 + 可视化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协作工具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GitHub：代码托管、PR 审查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SQLite：轻量本地数据库，无需额外部署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pytest：自动化测试框架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总结与展望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Summary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✅ 已完成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完整的 ANN 检索系统：数据加载 → PCA → 索引构建 → 查询 → 可视化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Flat / HNSW / IVF 三种索引，全部集成并可运行时切换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 liver.h5ad 数据集（69,032 细胞）验证通过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HNSW 查询延迟仅 0.09 ms，recall@10 = 1.0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102 个自动化测试全部通过 + 性能 benchmark 体系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📌 后续工作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支持运行时动态切换数据集（/api/load-data）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 FAISS GPU 支持，加速大规模数据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增加批量查询接口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 recall 调节参数（调大 efSearch/nprobe 换取更高召回）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