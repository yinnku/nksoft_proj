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F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72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DF7"/>
                </a:solidFill>
              </a:defRPr>
            </a:pPr>
            <a:r>
              <a:t>单细胞 ANN 检索系统</a:t>
            </a:r>
          </a:p>
          <a:p>
            <a:pPr algn="ctr">
              <a:spcBef>
                <a:spcPts val="1600"/>
              </a:spcBef>
              <a:defRPr sz="1800">
                <a:solidFill>
                  <a:srgbClr val="C8D5CC"/>
                </a:solidFill>
              </a:defRPr>
            </a:pPr>
            <a:r>
              <a:t>基于 FAISS 的高效单细胞 RNA 测序数据相似性检索</a:t>
            </a:r>
          </a:p>
          <a:p>
            <a:pPr>
              <a:spcBef>
                <a:spcPts val="3600"/>
              </a:spcBef>
            </a:pPr>
          </a:p>
          <a:p>
            <a:pPr algn="ctr">
              <a:defRPr sz="1400">
                <a:solidFill>
                  <a:srgbClr val="B0C0B4"/>
                </a:solidFill>
              </a:defRPr>
            </a:pPr>
            <a:r>
              <a:t>21st Group · 软件工程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项目概述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问题背景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单细胞 RNA 测序数据量大（数万细胞 × 数万基因），高维稀疏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传统线性搜索在面对大规模数据时响应缓慢</a:t>
            </a:r>
          </a:p>
          <a:p>
            <a:pPr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解决方案：ANN 近似最近邻检索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使用 PCA 将基因表达降维到 30~50 维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利用 FAISS 构建 ANN 索引加速 Top-K 相似细胞查询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支持 Flat（精确）/ HNSW（图索引）/ IVF（倒排索引）三种索引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提供 Web 界面，支持可视化（UMAP/PCA）和管理功能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系统架构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3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分层设计：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│  浏览器 (HTML + JS + Canvas)              │  前端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└──────────────────┬──────────────────────┘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                   ↓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│  Flask API (app.py)                       │  Web 层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│  /api/search  /api/status  /api/rebuild  │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└──────────────────┬──────────────────────┘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                   ↓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│  SearchService (search_service.py)        │  业务层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│  查询分发 · 结果格式化 · 索引切换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└──────────────────┬──────────────────────┘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                   ↓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┌──────────────────────┬──────────────────┐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│  ANNEngine            │  DataLoader       │  引擎层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│  Flat / HNSW / IVF   │  PCA · 归一化     │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│  (ann_engine.py)      │  (data_loader.py) │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└──────────────────────┴──────────────────┘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                   ↓                        ↓</a:t>
            </a:r>
          </a:p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            FAISS                    .h5ad 数据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数据处理流程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Data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原始 .h5ad 单细胞数据 → 预处理 → PCA 降维 → L2 归一化 → FAISS 索引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1. 数据读取：load_h5ad() 读取 AnnData 对象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检查 .h5ad 文件和 X_pca 是否已存在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2. 预处理（如无 X_pca）：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normalize_total → log1p → highly_variable_genes → scale → PCA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默认使用 Top-2000 高变基因，计算 50 个主成分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3. L2 归一化：l2_normalize() 将所有向量归一化为单位向量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内积 = 余弦相似度（FAISS 标准做法）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4. 索引构建：ANNEngine.build_index()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Flat: 精确检索，O(n) 线性扫描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HNSW: 分层图，O(log n) 近似检索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IVF: 倒排索引，聚类中心 + 桶内搜索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三种索引对比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Flat · HNSW · IVF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980000"/>
          <a:ext cx="792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980000"/>
                <a:gridCol w="1980000"/>
                <a:gridCol w="1980000"/>
              </a:tblGrid>
              <a:tr h="3394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Flat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HNSW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IVF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算法类型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精确暴力搜索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分层可导航小世界图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倒排文件索引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查询复杂度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O(√n)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是否需要训练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是（需 k-means）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召回率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1.0（精确）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≈ 1.0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≈ 1.0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小数据集 + 精度要求极高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中等数据集 + 低延迟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大数据集 + 内存敏感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我们的数据表现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0.58 ms/查询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0.09 ms/查询（6× 加速）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0.14 ms/查询（4× 加速）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索引构建性能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Build Time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ild_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980000"/>
            <a:ext cx="7560000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查询延迟 (Top-K)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Query Latency by Top-K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uery_latency_by_top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980000"/>
            <a:ext cx="7560000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召回率与延迟权衡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Recall vs Latency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tency_recall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980000"/>
            <a:ext cx="7560000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Web 界面功能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Web Interface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36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🔐 用户系统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登录 / 注册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管理员权限分级</a:t>
            </a:r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🔍 三种检索方式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按细胞编号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按真实 cell_id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按自定义 PCA 向量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1980000"/>
            <a:ext cx="36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📊 结果展示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Top-K 结果表格 + 耗时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metadata 筛选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UMAP/PCA canvas 可视化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检索结果高亮标注</a:t>
            </a:r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⚙️ 管理功能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数据集管理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索引重建（Flat/HNSW/IVF）</a:t>
            </a:r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t>● 用户管理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4680000"/>
            <a:ext cx="75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📸 截图清单见 presentation/screenshot_guide.md</a:t>
            </a:r>
          </a:p>
          <a:p>
            <a:pPr lvl="1">
              <a:spcAft>
                <a:spcPts val="600"/>
              </a:spcAft>
              <a:defRPr sz="1100">
                <a:solidFill>
                  <a:srgbClr val="111814"/>
                </a:solidFill>
              </a:defRPr>
            </a:pPr>
            <a:r>
              <a:t>● 登录页 · 系统状态 · 检索结果 · metadata 筛选 · UMAP 可视化 · Top-K 高亮 · 管理后台 · 索引重建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测试与质量保障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36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测试统计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测试文件：8 个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基础测试（不含真实数据）：90 个 ✅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真实数据测试（liver.h5ad）：12 个 ✅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总计：102 个测试，全部通过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代码覆盖率：76%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测试层次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单元测试：核心模块独立验证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集成测试：真实组件端到端流程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真实数据测试：HNSW/IVF recall 验证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benchmark：性能基准评测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40000" y="1980000"/>
          <a:ext cx="792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/>
                <a:gridCol w="3960000"/>
              </a:tblGrid>
              <a:tr h="3394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覆盖率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ann_engine.py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dataset_manager.py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db.py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search_service.py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user_service.py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3394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data_loader.py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项目管理与协作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Git 仓库结构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main 分支：主分支，合并所有功能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各成员 feature 分支：yxy / gsd 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使用 Pull Request 合并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模块分工（A / B / C / D）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A：数据加载与预处理（data_loader.py）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B：ANN 检索引擎（ann_engine.py）+ 索引管理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C：用户系统 + 数据集管理（SQLite）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D：Flask API + 前端 Web 界面 + 可视化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协作工具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GitHub：代码托管、PR 审查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SQLite：轻量本地数据库，无需额外部署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pytest：自动化测试框架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总结与展望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Summary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✅ 已完成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完整的 ANN 检索系统：数据加载 → PCA → 索引构建 → 查询 → 可视化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Flat / HNSW / IVF 三种索引，全部集成并可运行时切换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真实 liver.h5ad 数据集（69,032 细胞）验证通过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HNSW 查询延迟仅 0.09 ms，recall@10 = 1.0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102 个自动化测试全部通过 + 性能 benchmark 体系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📌 后续工作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支持运行时动态切换数据集（/api/load-data）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增加 FAISS GPU 支持，加速大规模数据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增加批量查询接口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增加 recall 调节参数（调大 efSearch/nprobe 换取更高召回）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